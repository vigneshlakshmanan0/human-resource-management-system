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38"/>
  </p:normalViewPr>
  <p:slideViewPr>
    <p:cSldViewPr snapToGrid="0" snapToObjects="1">
      <p:cViewPr varScale="1">
        <p:scale>
          <a:sx n="90" d="100"/>
          <a:sy n="90" d="100"/>
        </p:scale>
        <p:origin x="117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VigneshLakshmanan0/" TargetMode="External"/><Relationship Id="rId3" Type="http://schemas.openxmlformats.org/officeDocument/2006/relationships/hyperlink" Target="mailto:hemnathit302@gmail.com" TargetMode="External"/><Relationship Id="rId7" Type="http://schemas.openxmlformats.org/officeDocument/2006/relationships/hyperlink" Target="http://www.linkedin.com/in/vignesh-l-681156360" TargetMode="External"/><Relationship Id="rId2" Type="http://schemas.openxmlformats.org/officeDocument/2006/relationships/hyperlink" Target="mailto:vigneshsuba78@gmail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thiruit303@gmail.com" TargetMode="External"/><Relationship Id="rId5" Type="http://schemas.openxmlformats.org/officeDocument/2006/relationships/hyperlink" Target="mailto:lokeshanbu08@gmail.com" TargetMode="External"/><Relationship Id="rId4" Type="http://schemas.openxmlformats.org/officeDocument/2006/relationships/hyperlink" Target="mailto:rithickr2226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Aura HRMS (Human Resource Management System)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6058" y="3886200"/>
            <a:ext cx="5388796" cy="65497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404 Founders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Hackathon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9924" y="1417638"/>
            <a:ext cx="5429892" cy="5165724"/>
          </a:xfrm>
        </p:spPr>
        <p:txBody>
          <a:bodyPr>
            <a:no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HR Teams and Employee gaps: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teams often struggle with fragmented, manual, and disparate systems for managing the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Lifecycle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(from onboarding to exit), leading to inefficiencies, errors in reporting, and compliance risks.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Major issues: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Managers/Generalists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who spend excessive time on administrative tasks like generating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Performance, Attendance, Payroll, and Training reports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Employees in mid-to-large-sized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complex, multi-site, or international workforces.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who lack a single, intuitive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Self-Service Portal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core HR needs.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 of our solution: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shift to hybrid/remote work necessitates better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location-based attendance/holiday management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digital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 Management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regulatory scrutiny demands rigorous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Compliance Audit (HCA)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Management System (CMS)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C5575D-6D53-BC67-799F-28ED7EB82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1" y="1143001"/>
            <a:ext cx="3359649" cy="54403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103" y="115389"/>
            <a:ext cx="82296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773" y="1089060"/>
            <a:ext cx="8399124" cy="5316877"/>
          </a:xfrm>
        </p:spPr>
        <p:txBody>
          <a:bodyPr>
            <a:no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is a unified, modular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HRMS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centralises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Lifecycle Management (ELCM)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reporting, and compliance into a single, intuitive platform.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or technology involved: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Reporting Suite: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Includes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Performance, Attendance, Turnover, Leave, Payroll, and Training reports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deep analytics.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Leave Management: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customizable leave policies (Tailored leave policies)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Location-based holidays (Automated holiday calendars)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approvals (Leave grants)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&amp; Management Modules: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Dedicated modules for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Compliance Audit (HCA)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 Management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robust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Management System (CMS)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renewal alerts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Engagement: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 like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Customer Satisfaction Survey (ICSS)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Satisfaction Survey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Attendance: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in &amp; last out Report (Early/Late entry)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Deviation Report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various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 Reports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or innovative: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traditionally separate functions (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HRMS, HCA, CMS, and Asset Management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into one platform.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depth of the reporting, especially in attendance (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Deviation, First in &amp; last out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the flexibility of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customizable/location-based leave policies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it apart.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186"/>
            <a:ext cx="82296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Desirability (User Need)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662" y="1209781"/>
            <a:ext cx="4592548" cy="5648219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HR Leaders and Administrators (who need the reports, compliance, and policy control).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employees (who use the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Self-Service Portal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benefit from simplified leave).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buyer: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CEO/CFO/COO (driven by compliance risk reduction and efficiency gains).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point: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the cost and complexity of integrating multiple software systems (HRIS, CMS, and Asset tracking).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risk of non-compliance (via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HCA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automated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renewal Alert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Frees up HR time by automating complex reporting and policy application.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Testimonials or validation: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We will use the </a:t>
            </a:r>
            <a:r>
              <a:rPr lang="en-US" sz="1600" b="1" dirty="0"/>
              <a:t>Internal Customer Satisfaction Survey (ICSS)</a:t>
            </a:r>
            <a:r>
              <a:rPr lang="en-US" sz="1600" dirty="0"/>
              <a:t> framework built into our app to gather continuous feedback from users.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B4CAC1-1CB0-C487-8EAD-4D589AC28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209" y="1335639"/>
            <a:ext cx="4202130" cy="5227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(Can You Build It?)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212D58-67A0-09F1-F8D8-2EFBCFFB00C4}"/>
              </a:ext>
            </a:extLst>
          </p:cNvPr>
          <p:cNvSpPr txBox="1"/>
          <p:nvPr/>
        </p:nvSpPr>
        <p:spPr>
          <a:xfrm>
            <a:off x="161820" y="1624212"/>
            <a:ext cx="3084813" cy="4680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67">
              <a:spcBef>
                <a:spcPts val="67"/>
              </a:spcBef>
            </a:pPr>
            <a:r>
              <a:rPr lang="en-IN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7104" marR="51649" indent="-304815">
              <a:spcBef>
                <a:spcPts val="73"/>
              </a:spcBef>
              <a:buFont typeface="Arial" panose="020B0604020202020204" pitchFamily="34" charset="0"/>
              <a:buChar char="•"/>
            </a:pPr>
            <a:r>
              <a:rPr lang="en-IN" sz="16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React/Vue.js</a:t>
            </a:r>
          </a:p>
          <a:p>
            <a:pPr marL="8467">
              <a:spcBef>
                <a:spcPts val="3"/>
              </a:spcBef>
            </a:pPr>
            <a:r>
              <a:rPr lang="en-IN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7104" marR="259940" indent="-304815">
              <a:spcBef>
                <a:spcPts val="177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Node.js(Server)</a:t>
            </a:r>
          </a:p>
          <a:p>
            <a:pPr marL="687104" marR="259940" indent="-304815">
              <a:spcBef>
                <a:spcPts val="177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Python(Django/Flask)</a:t>
            </a:r>
          </a:p>
          <a:p>
            <a:pPr marL="687104" marR="259940" indent="-304815">
              <a:spcBef>
                <a:spcPts val="177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</a:t>
            </a:r>
          </a:p>
          <a:p>
            <a:pPr marL="8467">
              <a:spcBef>
                <a:spcPts val="3"/>
              </a:spcBef>
            </a:pPr>
            <a:r>
              <a:rPr lang="en-IN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7104" marR="259940" indent="-304815">
              <a:spcBef>
                <a:spcPts val="177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PostgreSQL(Query storage)</a:t>
            </a:r>
          </a:p>
          <a:p>
            <a:pPr marL="8467">
              <a:spcBef>
                <a:spcPts val="3"/>
              </a:spcBef>
            </a:pPr>
            <a:r>
              <a:rPr lang="en-IN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Hosting: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7104" marR="259940" indent="-304815">
              <a:spcBef>
                <a:spcPts val="177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</a:t>
            </a:r>
          </a:p>
          <a:p>
            <a:pPr marL="8467">
              <a:spcBef>
                <a:spcPts val="3"/>
              </a:spcBef>
            </a:pPr>
            <a:r>
              <a:rPr lang="en-IN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7104" marR="259940" indent="-304815">
              <a:spcBef>
                <a:spcPts val="177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for predictive turnover analysis</a:t>
            </a:r>
          </a:p>
          <a:p>
            <a:pPr marL="8467">
              <a:spcBef>
                <a:spcPts val="3"/>
              </a:spcBef>
            </a:pPr>
            <a:r>
              <a:rPr lang="en-IN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687104" marR="259940" indent="-304815">
              <a:spcBef>
                <a:spcPts val="177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subscriptions</a:t>
            </a:r>
          </a:p>
          <a:p>
            <a:pPr marL="382289" marR="259940">
              <a:spcBef>
                <a:spcPts val="177"/>
              </a:spcBef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819B18-3FB0-6F65-1428-2CFD309B9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941" y="1191802"/>
            <a:ext cx="6123397" cy="54175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058"/>
            <a:ext cx="82296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Viability (Is It Sustainable?)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366" y="4148601"/>
            <a:ext cx="8763856" cy="2681555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model: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Subscription-based SaaS model. Tiered pricing based on the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employees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utilised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higher tier for HCA/CMS).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market size/demand.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global HR Tech market is expected to reach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 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$69.6 billion and $88.38 billion by 2033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focus is the mid-market segment (500-5000 employees) that needs enterprise features without the enterprise price tag.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estimates/scalability potential.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scalable due to cloud-native architecture. Server costs are the primary variable cost, which decreases per employee as the user base grows.</a:t>
            </a:r>
          </a:p>
        </p:txBody>
      </p:sp>
      <p:pic>
        <p:nvPicPr>
          <p:cNvPr id="5123" name="Picture 3" descr="HR Analytics Market Size, Share &amp; Analysis Report, 2032">
            <a:extLst>
              <a:ext uri="{FF2B5EF4-FFF2-40B4-BE49-F238E27FC236}">
                <a16:creationId xmlns:a16="http://schemas.microsoft.com/office/drawing/2014/main" id="{D98895E2-38F5-C3F9-1857-2C998A5AA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81022"/>
            <a:ext cx="868680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564" y="-174096"/>
            <a:ext cx="82296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/ Demo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B8D84FF-265D-C052-F424-0397C38905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564" y="1420018"/>
            <a:ext cx="3458878" cy="4709849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CD7F4F-F214-6A6A-51E5-9A337A962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950" y="889000"/>
            <a:ext cx="4071147" cy="58988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14FB1-30D3-A7F2-332D-EC325861D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3FCF-49F7-BD3F-FFF7-AF8F7F9DD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/ Demo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46EC73-C581-406D-BEAB-7C590DA70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1225"/>
            <a:ext cx="9144000" cy="533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113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265" y="1066139"/>
            <a:ext cx="4053155" cy="5414481"/>
          </a:xfrm>
        </p:spPr>
        <p:txBody>
          <a:bodyPr>
            <a:normAutofit lnSpcReduction="10000"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built: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Master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Department, Designation, etc.).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functionality for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Self-Service Portal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leave request.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plan: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30-day: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Fully functional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Reports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Location-based holidays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60-day: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Integrated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Management System (CMS)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 Management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90-day: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Beta launch of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Compliance Audit (HCA)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vision: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AI for predictive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Turnover reports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 recommendations.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to support international statutory compliance.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0E2A7D-7C6F-55F3-3109-247D58730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299" y="1263721"/>
            <a:ext cx="4253501" cy="53196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260" y="1612848"/>
            <a:ext cx="8337479" cy="4592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•Name | Role | Skill: 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Vignesh 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(Leader) |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End Development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React, React native, JavaScript, Angular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Hemnath Singh 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PostgreSQL, MongoDB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Rithick 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End Development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Express.js, Node.js, API development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Lokesh 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version control systems, AWS, CI/CD, containerization (Docker, Kubernetes), Ansible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Thirumalai 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Selenium, JIRA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Background/credentials: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actively participated in multiple hackathons, gaining hands-on experience in rapid prototyping and collaborative development under pressure. Our collective portfolio includes projects that span AI-driven analytics, secure application development, and modern user interface design, providing a solid foundation for the ambitious scope.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 Experience: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strength lies in our ability to integrate these complex technologies. We are not just five individual specialists but a cohesive unit capable of building a unified platform where AI, blockchain, and cloud services work together seamlessly.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1399854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expectation from judges/audience: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feedback on the integration points between HCA, CMS, and ELCM.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Funding, mentorship, feedback, partners: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seeking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mentorship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HR tech veterans to refine our go-to-market strategy.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looking for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 partners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500+ employees) to test the HCA module.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6A5F29-90A0-9DF2-31CE-84BDA3AB0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2" y="2817493"/>
            <a:ext cx="9144000" cy="37658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Contact details: 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vigneshsuba78@gmail.com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hemnathit302@gmail.com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rithickr2226@gmail.com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lokeshanbu08@gmail.com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thiruit303@gmail.com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www.linkedin.com/in/vignesh-l-681156360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https://github.com/VigneshLakshmanan0/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“Unify Your HR. Unlimit Your Potential”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1076</Words>
  <Application>Microsoft Office PowerPoint</Application>
  <PresentationFormat>On-screen Show (4:3)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Aura HRMS (Human Resource Management System)</vt:lpstr>
      <vt:lpstr>Problem Statement</vt:lpstr>
      <vt:lpstr>Solution Overview</vt:lpstr>
      <vt:lpstr>Desirability (User Need)</vt:lpstr>
      <vt:lpstr>Feasibility (Can You Build It?)</vt:lpstr>
      <vt:lpstr>Viability (Is It Sustainable?)</vt:lpstr>
      <vt:lpstr>Prototype / Demo</vt:lpstr>
      <vt:lpstr>Prototype / Demo</vt:lpstr>
      <vt:lpstr>Roadmap</vt:lpstr>
      <vt:lpstr>Team &amp; Roles</vt:lpstr>
      <vt:lpstr>Ask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Hemnath Singh</cp:lastModifiedBy>
  <cp:revision>3</cp:revision>
  <dcterms:created xsi:type="dcterms:W3CDTF">2013-01-27T09:14:16Z</dcterms:created>
  <dcterms:modified xsi:type="dcterms:W3CDTF">2025-10-18T14:37:51Z</dcterms:modified>
  <cp:category/>
</cp:coreProperties>
</file>