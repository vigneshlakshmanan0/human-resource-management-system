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62" r:id="rId3"/>
    <p:sldId id="257" r:id="rId4"/>
    <p:sldId id="259" r:id="rId5"/>
    <p:sldId id="260" r:id="rId6"/>
    <p:sldId id="261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53"/>
  </p:normalViewPr>
  <p:slideViewPr>
    <p:cSldViewPr snapToGrid="0">
      <p:cViewPr varScale="1">
        <p:scale>
          <a:sx n="90" d="100"/>
          <a:sy n="90" d="100"/>
        </p:scale>
        <p:origin x="30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B43D7-FEDD-E53A-FD29-67EE13F56E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32B948-2889-6C09-0E82-70245A4889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41E3BE-4818-FC82-5D01-5F6AF0078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99573-1121-1546-BC87-1217D7BC4269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C7D9E-A0EB-F50C-0629-556BE4A43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5D1B9-63D5-18CC-1158-EEC3C34FC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1D273-248A-4C4A-AA53-90DB4E4A1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268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8A695-8836-590C-D95A-9E9C03B11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95FE4-4FBB-E46E-009F-365467148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A0D2E-DE39-5F16-BC18-81B48BBC7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99573-1121-1546-BC87-1217D7BC4269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FD4552-6ED9-0F60-6FC3-83FD1D041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23DD8B-4F5D-0341-47E8-62AE0D33A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1D273-248A-4C4A-AA53-90DB4E4A1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312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53F6E-F2E4-68BA-F28F-3EFFC785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7EB88D-9468-6275-EAB6-4C8E500854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CF643E-0AF3-0A61-4AE8-DC2E325F7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99573-1121-1546-BC87-1217D7BC4269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6D6B74-14BC-40E2-8727-E400F0194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5DA21E-A9DC-B495-F9CC-DC31FF93F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1D273-248A-4C4A-AA53-90DB4E4A1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919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F59B6-81D5-5443-A638-B95360D39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A1932-76EA-BB01-E61B-C9EC03B057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9FD7CB-83FC-EDD0-003B-883B91CDA3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B2BAF4-4DB1-7511-68DF-906AB34F1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99573-1121-1546-BC87-1217D7BC4269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B429F4-58CF-9E41-76D6-86F28F948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67D0D7-6F05-001D-86F5-74F89E639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1D273-248A-4C4A-AA53-90DB4E4A1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972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7E8C0-2640-1E24-69D6-63E6738CF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9B9BA-E0FC-50C3-FDEF-2284536909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712B78-DB1B-8BED-FF42-13575A34A8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9814F0-5637-4E67-FA1E-088C3D1228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3EB6AD-D5FE-AA49-0AE6-923824F365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554657-C795-00FE-2D12-985D4DD1F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99573-1121-1546-BC87-1217D7BC4269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4BF95A-D0F9-87CD-187E-2956E4CD0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0F5297-D1AC-CAFC-47A9-DC8981DAD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1D273-248A-4C4A-AA53-90DB4E4A1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868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6FDB3-5FDB-A7EC-26B2-CD7EE8FF8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49E444-C8CC-80A5-EFE9-9C00B403B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99573-1121-1546-BC87-1217D7BC4269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EAC611-BFA0-3ED0-C7D8-5B1A35F5A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C1CB86-E181-E180-9A45-376019270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1D273-248A-4C4A-AA53-90DB4E4A1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816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6B6B33-1D5C-F930-73FA-C62EF0F0C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99573-1121-1546-BC87-1217D7BC4269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5AF163-B818-20BA-6822-BD0AC5294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D3629D-6D97-2868-5B9A-CAC122D1F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1D273-248A-4C4A-AA53-90DB4E4A1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353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B5A37-3A9A-34F1-C3FC-412949AB4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DB6FB-11EC-C519-B003-82AA564C78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4B0179-4F1D-5D1C-B1B2-BD16B2E8C7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F99FB7-3517-D706-C3FB-6FCD380A2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99573-1121-1546-BC87-1217D7BC4269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D51BCF-ACC9-8F44-184D-15BD7B819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33D8A0-58A2-0D8A-1148-EF064BB8F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1D273-248A-4C4A-AA53-90DB4E4A1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4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7AA51-E0C3-9E86-9393-5F5FCBBF7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3ED1BC-AA0B-D024-9FDD-FAFD09A1AE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A0866B-EFD3-A132-D24D-0CC12128C4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91D6EB-F98B-ADEA-F675-85341D143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99573-1121-1546-BC87-1217D7BC4269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DAB780-87A5-53C7-C0F6-F11866F93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9D07A4-DF96-7962-533D-8DEB60F81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1D273-248A-4C4A-AA53-90DB4E4A1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41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A75D7-0B98-3EDB-032A-1AB1E09FD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1348D0-018C-4D90-DA38-022A8B5450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602BC-1B9D-60A5-E5B9-7D7325426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99573-1121-1546-BC87-1217D7BC4269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9E54C0-D53C-8F9E-13EE-B289C2E31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3B4221-59CB-E10B-C3A3-ED48E4679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1D273-248A-4C4A-AA53-90DB4E4A1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099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5A77F0-CC56-F34C-6E20-CDAB5FD500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F54CEE-4E7B-C057-2B34-1531CE74D7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FD932-1B1B-1A36-8CA4-169BF2D76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99573-1121-1546-BC87-1217D7BC4269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89300F-EDE2-240E-814E-849C9E677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6BD186-CC9F-6D2A-59F2-F5172D35F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1D273-248A-4C4A-AA53-90DB4E4A1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953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F2D7E7-F010-24C1-A28A-D04C7D118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A3D6B6-2303-83A8-DC21-5F06DEED92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40C53-0942-D7EF-007D-7359171E31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A99573-1121-1546-BC87-1217D7BC4269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71F7A-9EDD-78D1-F035-D9D766616D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36AF0D-19BE-5113-28F9-C0DAE18FE6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11D273-248A-4C4A-AA53-90DB4E4A1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058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Aura HRMS (Human Resource Management System)</a:t>
            </a:r>
            <a:endParaRPr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583F89FA-2BB8-19EF-5AB3-36C1218407FA}"/>
              </a:ext>
            </a:extLst>
          </p:cNvPr>
          <p:cNvSpPr txBox="1">
            <a:spLocks/>
          </p:cNvSpPr>
          <p:nvPr/>
        </p:nvSpPr>
        <p:spPr>
          <a:xfrm>
            <a:off x="1932066" y="3739242"/>
            <a:ext cx="7865075" cy="10935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404 Founders | CIEL Kingston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vibeAIthon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5AD46-0A3D-2A4D-28A0-EE0A78AFD7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0555" y="2762602"/>
            <a:ext cx="6680200" cy="793397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“Show. Don’t tell. Bring your idea to life!”</a:t>
            </a:r>
          </a:p>
        </p:txBody>
      </p:sp>
    </p:spTree>
    <p:extLst>
      <p:ext uri="{BB962C8B-B14F-4D97-AF65-F5344CB8AC3E}">
        <p14:creationId xmlns:p14="http://schemas.microsoft.com/office/powerpoint/2010/main" val="3116250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81A74-1E84-8404-1D76-BAEDAB2A6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249" y="169916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Recap &amp;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A3B764-5E3C-D2F1-84BB-70306A8959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757" y="1407560"/>
            <a:ext cx="11722814" cy="5774076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HR teams in mid-to-large-sized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organisations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struggle with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fragmented, manual, and disparate systems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managing the Employee Lifecycle, leading to inefficiencies, reporting errors, and compliance risks. Furthermore, the shift to hybrid/remote work requires better location-based attendance and digital asset management, while increased regulatory scrutiny necessitates rigorous audit and contract management tools.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pain points: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Wasting time on administrative tasks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(like generating Performance, Attendance, Payroll, and Training reports) by HR Managers/Generalists.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a single, intuitive Employee Self-Service Portal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employees in complex workforces.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and complexity of integrating multiple software systems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(HRIS, CMS, and Asset tracking).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of non-compliance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due to manual processes.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is to demonstrate a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unified, modular AI-Powered HRMS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centralises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Employee Lifecycle Management (ELCM), complex reporting, and compliance into a single, intuitive platform.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 include: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HR administrative time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automated complex reporting and policy application.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reduction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non-compliance via the HR Compliance Audit (HCA) and automated Contract renewal Alert.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Providing a single platform to eliminate the cost and complexity of integrating multiple, separate software systems.</a:t>
            </a:r>
          </a:p>
        </p:txBody>
      </p:sp>
    </p:spTree>
    <p:extLst>
      <p:ext uri="{BB962C8B-B14F-4D97-AF65-F5344CB8AC3E}">
        <p14:creationId xmlns:p14="http://schemas.microsoft.com/office/powerpoint/2010/main" val="2672040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467E1-7F10-E114-F69A-F7C0E3216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80339-BAD2-341F-C8B3-C51AA1628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DF47C-4CBF-9833-695A-CD952B9B7A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007" y="1466029"/>
            <a:ext cx="10515600" cy="4351338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React/Vue.js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Node.js(Server), Express, Python (Django/Flask)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PostgreSQL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Hosting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AWS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5031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DD2C9-352B-532C-D681-8B63B91FE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90CB4-BA1E-1C8D-E95E-AF91C8908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Experience &amp;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3B214-BECF-E5D3-A649-E950F0E655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215797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Walk through a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user journey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key features or interactions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makes your approach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 or innovative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steps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for scaling or refining the prototype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3650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DFB27-6E5F-EA84-E0C8-5AF1A9094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BDEA3-4664-0482-606C-4FE0EED75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667" y="0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Screenshots &amp; Wireframes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292EEB-0516-BB16-1AD4-C23A7069A0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368" y="1105427"/>
            <a:ext cx="3818241" cy="55324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BC57042-3CF7-027F-2147-2592E32432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5296" y="1403613"/>
            <a:ext cx="4871119" cy="4936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212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FBF58B-D19A-852D-2C55-C59DCD0C3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420"/>
            <a:ext cx="12192000" cy="684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051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2D2008-21EC-03A3-41B3-801D1A9D80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49"/>
            <a:ext cx="12192000" cy="6846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9438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4E9543-A962-DA5E-5152-81DDD48312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2971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AF0ED3F-9119-53DE-7ED5-017A2733ED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68600"/>
            <a:ext cx="12192000" cy="4089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4551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317</Words>
  <Application>Microsoft Office PowerPoint</Application>
  <PresentationFormat>Widescreen</PresentationFormat>
  <Paragraphs>29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Times New Roman</vt:lpstr>
      <vt:lpstr>Office Theme</vt:lpstr>
      <vt:lpstr>Aura HRMS (Human Resource Management System)</vt:lpstr>
      <vt:lpstr>PowerPoint Presentation</vt:lpstr>
      <vt:lpstr>Problem Recap &amp; Objective</vt:lpstr>
      <vt:lpstr>Prototype Overview</vt:lpstr>
      <vt:lpstr>User Experience &amp; Impact</vt:lpstr>
      <vt:lpstr>Screenshots &amp; Wireframes</vt:lpstr>
      <vt:lpstr>PowerPoint Presentation</vt:lpstr>
      <vt:lpstr>PowerPoint Presentation</vt:lpstr>
      <vt:lpstr>PowerPoint Presentation</vt:lpstr>
    </vt:vector>
  </TitlesOfParts>
  <Manager/>
  <Company>CielHR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CIEL - KINGSTON vibeAIthon Prototype presentation</dc:title>
  <dc:subject/>
  <dc:creator>Nelson Kulandairaj</dc:creator>
  <cp:keywords>Prototype</cp:keywords>
  <dc:description/>
  <cp:lastModifiedBy>Hemnath Singh</cp:lastModifiedBy>
  <cp:revision>5</cp:revision>
  <dcterms:created xsi:type="dcterms:W3CDTF">2025-10-14T12:00:04Z</dcterms:created>
  <dcterms:modified xsi:type="dcterms:W3CDTF">2025-10-18T14:43:08Z</dcterms:modified>
  <cp:category>vibeAIthon</cp:category>
</cp:coreProperties>
</file>